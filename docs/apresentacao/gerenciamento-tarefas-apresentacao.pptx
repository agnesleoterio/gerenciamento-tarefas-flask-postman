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305B461-C88D-41BE-B15E-808263443C5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380DF75-98D6-4E37-803A-98782800B5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F1EE4C-D90A-41BC-8575-57802649F11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DBD3B47-CE5A-4798-8652-01BAFC7C925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7B99F73-AD38-4423-AA2F-163E53AD9F3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457200" y="274680"/>
            <a:ext cx="8229240" cy="5297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GB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88879A1-694A-42BD-9D44-4A9D8874634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D60562-A3ED-4FAF-A13E-3F624FC3978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56809B-70E0-47F9-A8E6-8DD923CFEEB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0D062C-1A12-4CAA-8897-EF3A2B5703D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24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8E08808-9A50-4E66-A1FC-363A82C9BD1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78052E-C94A-4F3A-AA72-909A85C7D6A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27832F-EB2C-4803-8172-CACA72B5C62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743040" indent="-28584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rgbClr val="000000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  <a:p>
            <a:pPr lvl="2" marL="1143000" indent="-2286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3" marL="16002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057400" indent="-2286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ctr">
              <a:buNone/>
              <a:defRPr b="0" lang="en-GB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GB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indent="0"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9C91996-A06E-46AE-99A4-EC16884C6ACB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GB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Projeto de Portfólio – QA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API de Gerenciamento de Tarefas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/>
          </p:nvPr>
        </p:nvSpPr>
        <p:spPr>
          <a:xfrm>
            <a:off x="1790640" y="2857680"/>
            <a:ext cx="6895800" cy="3911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 algn="just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Agnes Leoterio Alves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just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Analista de Qualidade de Software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indent="0" algn="just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 algn="just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Projeto técnico com foco em testes de API e qualidade desde o início do desenvolvimento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 Ponto de Partida: A Ideia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Este projeto representa um cenário comum no mercado: APIs internas usadas para organizar tarefas.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Escolhi este projeto porque APIs estão presentes na maioria dos sistemas e muitas falhas de qualidade acontecem no back-end.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Empresa ou Nicho Escolhido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Nicho: Sistemas internos e ferramentas de produtividade.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Esses sistemas são críticos para as equipes e geralmente recebem pouco foco em testes no início.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O Problema a Ser Resolvido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Muitas APIs simples não possuem validações adequadas e testes bem definidos.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Isso gera falhas em operações básicas, dados inconsistentes e retrabalho.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Contexto do Problema – Visão de QA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 falta de qualidade impacta diretamente a operação do negócio.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Como QA, é essencial identificar riscos e aplicar testes desde o início do desenvolvimento.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A Solução Proposta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Desenvolvimento de uma API RESTful para gerenciamento de tarefas, com foco em: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Clareza de endpoints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Validações corretas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Testes manuais de API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 </a:t>
            </a: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Documentação clara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Calibri"/>
              </a:rPr>
              <a:t>Como a Solução Ataca o Problema</a:t>
            </a:r>
            <a:endParaRPr b="0" lang="en-US" sz="44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A solução permite validar operações CRUD, facilita testes de API e serve como base para automação futura.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indent="0">
              <a:lnSpc>
                <a:spcPct val="100000"/>
              </a:lnSpc>
              <a:spcBef>
                <a:spcPts val="641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marL="343080" indent="-34308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O projeto foi pensado com mentalidade de qualidade desde o início.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Application>LibreOffice/7.4.2.3$Windows_X86_64 LibreOffice_project/382eef1f22670f7f4118c8c2dd222ec7ad009daf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en-GB</dc:language>
  <cp:lastModifiedBy/>
  <dcterms:modified xsi:type="dcterms:W3CDTF">2026-01-22T17:03:10Z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